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06"/>
    <p:restoredTop sz="94694"/>
  </p:normalViewPr>
  <p:slideViewPr>
    <p:cSldViewPr snapToGrid="0">
      <p:cViewPr>
        <p:scale>
          <a:sx n="62" d="100"/>
          <a:sy n="62" d="100"/>
        </p:scale>
        <p:origin x="1744" y="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3722D-E3C7-3106-E218-4C98B0EC40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ACAC4E-929B-8290-0EC1-D5D0D0E54B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BED57-0664-359D-9104-10B6E953E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26750-9D88-FA87-74D8-AAD0C2CBC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DF09C-EE23-9711-C2F0-FBD52205C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18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63E5-5D53-7866-C44B-01B5F2563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503ED-23EE-996B-D1E9-14CB62B3A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7614B-8E78-D2F0-8656-E92A03DF1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B9DD6-4085-F35F-BEBE-BCA8F2852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7CB99-0240-F95E-044B-7C28E1D0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42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9B00-446B-7301-BE09-129CA1C64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68ADD6-6767-B9F2-F004-FC7D365D4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19F26-099C-9841-5735-3D50EC98B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9D87A-55AE-D8EC-AA38-10BE0AC72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5EF4C-2FAB-4AFF-5C8D-DA5E4717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607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8525-D546-79E3-A0EC-ED0EB87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57931-9202-4534-3C39-930DF6F60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2BC97-FFA5-187F-220F-0D6C120D3F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1D98CF-37E3-D8AC-FE18-F6584F27D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D953A-EAAD-F15A-D37F-9FCC6DCB4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FFEFC-13F0-3C4F-93E2-983FA4450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46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5434A-509B-C981-AB93-C9EDC848B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FCC2EB-4276-5002-3C02-653910FE3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1CA350-ACA8-F453-E4CE-1C4804DA2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C9CE3-8BE3-B8A8-31B3-F4C9B194F4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93EA84-371A-7038-5593-28206E3A22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E32AA8-5828-96C0-069B-DABBFA4DD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0594D1-BA44-49E7-23CC-7CC75AE50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1792D8-A977-9778-5EE9-F6386E95E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096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1C84B-6B41-0122-B696-A0DD8F395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35DFE2-58F7-A5C6-FB37-82A10691F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15342-A8A5-9936-D336-B38446F69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983023-4D3F-95CF-BAC0-A7373DED7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079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BC4508-B5D1-F98E-43A5-2834ED983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343DC3-A7D2-AEE0-AE48-1CC232ECE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373BC-479F-58D6-0E03-1127EFB11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2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40FBC-ADDE-BA83-BA87-842CE294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0028D-7EBA-1C43-67B9-FAE4B6E22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426CA4-FE46-6513-C07D-2520CEB59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A527B-090D-7470-4BCC-59FE00F7F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C5C0DA-3666-4479-9933-883D9E762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472F1B-B5A0-8DF2-9463-C36A2962F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869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F30F3-2C7C-E102-B6B3-408BD217B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5D40E-C30E-EF5A-9906-DCE19A64D9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0A312-F8DC-5AEE-7E98-721C24B0BF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3F9CD-184D-2445-243D-57886F40A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32380-D3CD-BE05-CD13-7ACFB8228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3A641-83ED-4DFB-0EF1-36EC8A03C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89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C693B-92F0-A33A-8E33-C46E1CC1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6738F-0306-BA69-0AC9-8B2A8972C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46309-B0D0-7061-459B-19400F1AC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AFF9C-BA8F-3B07-A0EE-B1A1E7C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E71CD-8630-DFF4-1677-711F179EF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468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5CAC28-ECEA-0DA3-C3BA-4891FBC956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30C3ED-86FB-D236-6C92-AF688226B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4D0D3-7CB5-DABC-CD71-EC7520CAE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1A65D-9C92-AA6E-31B8-080A85BB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6D4429-C197-725C-0772-8D9F2CF89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157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4E7685-D691-2B7D-26B7-12D519998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3E786-29B9-308D-4E9C-9274D9E240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00B74-BE2F-DB7A-01A1-6D61148EE5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4DAA0D-4BB2-FF4E-8607-8965FDA93A69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F2DB1-E629-B302-90D6-ED3A15F0C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4989B-41E3-D9FE-390E-6AA348FFF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2C9695-A37F-7F47-B9E8-C151F008D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377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007C0B-0C92-C9FF-7D42-E673267DF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/>
              <a:t>Team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63545-4CA9-AA68-BF87-503F4AB2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endParaRPr lang="en-US" sz="2000"/>
          </a:p>
          <a:p>
            <a:pPr lvl="1"/>
            <a:endParaRPr lang="en-US" sz="200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BD8116-169F-F00A-6568-DBF007838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740727"/>
              </p:ext>
            </p:extLst>
          </p:nvPr>
        </p:nvGraphicFramePr>
        <p:xfrm>
          <a:off x="1919717" y="2005598"/>
          <a:ext cx="8352566" cy="408241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64308">
                  <a:extLst>
                    <a:ext uri="{9D8B030D-6E8A-4147-A177-3AD203B41FA5}">
                      <a16:colId xmlns:a16="http://schemas.microsoft.com/office/drawing/2014/main" val="1346290097"/>
                    </a:ext>
                  </a:extLst>
                </a:gridCol>
                <a:gridCol w="1914447">
                  <a:extLst>
                    <a:ext uri="{9D8B030D-6E8A-4147-A177-3AD203B41FA5}">
                      <a16:colId xmlns:a16="http://schemas.microsoft.com/office/drawing/2014/main" val="296715981"/>
                    </a:ext>
                  </a:extLst>
                </a:gridCol>
                <a:gridCol w="1645231">
                  <a:extLst>
                    <a:ext uri="{9D8B030D-6E8A-4147-A177-3AD203B41FA5}">
                      <a16:colId xmlns:a16="http://schemas.microsoft.com/office/drawing/2014/main" val="244382658"/>
                    </a:ext>
                  </a:extLst>
                </a:gridCol>
                <a:gridCol w="1600751">
                  <a:extLst>
                    <a:ext uri="{9D8B030D-6E8A-4147-A177-3AD203B41FA5}">
                      <a16:colId xmlns:a16="http://schemas.microsoft.com/office/drawing/2014/main" val="3714985198"/>
                    </a:ext>
                  </a:extLst>
                </a:gridCol>
                <a:gridCol w="1827829">
                  <a:extLst>
                    <a:ext uri="{9D8B030D-6E8A-4147-A177-3AD203B41FA5}">
                      <a16:colId xmlns:a16="http://schemas.microsoft.com/office/drawing/2014/main" val="3560542604"/>
                    </a:ext>
                  </a:extLst>
                </a:gridCol>
              </a:tblGrid>
              <a:tr h="531574">
                <a:tc>
                  <a:txBody>
                    <a:bodyPr/>
                    <a:lstStyle/>
                    <a:p>
                      <a:endParaRPr lang="en-US" sz="2000" b="1" cap="all" spc="60">
                        <a:solidFill>
                          <a:schemeClr val="tx1"/>
                        </a:solidFill>
                      </a:endParaRP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 dirty="0" err="1">
                          <a:solidFill>
                            <a:schemeClr val="tx1"/>
                          </a:solidFill>
                        </a:rPr>
                        <a:t>Soumil</a:t>
                      </a:r>
                      <a:endParaRPr lang="en-US" sz="2000" b="1" cap="all" spc="60" dirty="0">
                        <a:solidFill>
                          <a:schemeClr val="tx1"/>
                        </a:solidFill>
                      </a:endParaRP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Sunny</a:t>
                      </a: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Noah</a:t>
                      </a: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James</a:t>
                      </a:r>
                    </a:p>
                  </a:txBody>
                  <a:tcPr marL="95010" marR="95010" marT="77305" marB="77305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2391156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</a:txBody>
                  <a:tcPr marL="95010" marR="95010" marT="47505" marB="77305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Use cases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Overall planning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UML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Mockups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9783957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Entities &amp; Utils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Game engines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Maps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UI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47642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</a:txBody>
                  <a:tcPr marL="95010" marR="95010" marT="47505" marB="77305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Additional Features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227508"/>
                  </a:ext>
                </a:extLst>
              </a:tr>
              <a:tr h="887711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Read me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Artifacts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Demo</a:t>
                      </a:r>
                    </a:p>
                  </a:txBody>
                  <a:tcPr marL="95010" marR="95010" marT="47505" marB="7730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902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9467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A6A13-9A5D-4F49-C6B3-1DA4EC7F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77C59BEC-C4CC-4741-B975-08C543178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72DEF309-605D-4117-9340-6D589B6C3A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986173" flipV="1">
            <a:off x="3930947" y="651615"/>
            <a:ext cx="4083433" cy="408343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58DFD9-6699-E92F-01D6-B29000948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/>
          <a:p>
            <a:r>
              <a:rPr lang="en-US"/>
              <a:t>Team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57E27-2520-6559-4203-5C7845194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93361" cy="4351338"/>
          </a:xfrm>
        </p:spPr>
        <p:txBody>
          <a:bodyPr>
            <a:normAutofit/>
          </a:bodyPr>
          <a:lstStyle/>
          <a:p>
            <a:endParaRPr lang="en-US"/>
          </a:p>
          <a:p>
            <a:pPr lvl="1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77008" y="5228027"/>
            <a:ext cx="1107241" cy="107720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29B0318-7709-AFEE-8F3C-594C295DE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240279"/>
              </p:ext>
            </p:extLst>
          </p:nvPr>
        </p:nvGraphicFramePr>
        <p:xfrm>
          <a:off x="2196496" y="1689210"/>
          <a:ext cx="7799007" cy="422636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289223">
                  <a:extLst>
                    <a:ext uri="{9D8B030D-6E8A-4147-A177-3AD203B41FA5}">
                      <a16:colId xmlns:a16="http://schemas.microsoft.com/office/drawing/2014/main" val="1346290097"/>
                    </a:ext>
                  </a:extLst>
                </a:gridCol>
                <a:gridCol w="1679047">
                  <a:extLst>
                    <a:ext uri="{9D8B030D-6E8A-4147-A177-3AD203B41FA5}">
                      <a16:colId xmlns:a16="http://schemas.microsoft.com/office/drawing/2014/main" val="296715981"/>
                    </a:ext>
                  </a:extLst>
                </a:gridCol>
                <a:gridCol w="1565043">
                  <a:extLst>
                    <a:ext uri="{9D8B030D-6E8A-4147-A177-3AD203B41FA5}">
                      <a16:colId xmlns:a16="http://schemas.microsoft.com/office/drawing/2014/main" val="244382658"/>
                    </a:ext>
                  </a:extLst>
                </a:gridCol>
                <a:gridCol w="1521370">
                  <a:extLst>
                    <a:ext uri="{9D8B030D-6E8A-4147-A177-3AD203B41FA5}">
                      <a16:colId xmlns:a16="http://schemas.microsoft.com/office/drawing/2014/main" val="3714985198"/>
                    </a:ext>
                  </a:extLst>
                </a:gridCol>
                <a:gridCol w="1744324">
                  <a:extLst>
                    <a:ext uri="{9D8B030D-6E8A-4147-A177-3AD203B41FA5}">
                      <a16:colId xmlns:a16="http://schemas.microsoft.com/office/drawing/2014/main" val="3560542604"/>
                    </a:ext>
                  </a:extLst>
                </a:gridCol>
              </a:tblGrid>
              <a:tr h="606534">
                <a:tc>
                  <a:txBody>
                    <a:bodyPr/>
                    <a:lstStyle/>
                    <a:p>
                      <a:endParaRPr lang="en-US" sz="2000" b="1" cap="all" spc="60">
                        <a:solidFill>
                          <a:schemeClr val="tx1"/>
                        </a:solidFill>
                      </a:endParaRP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 dirty="0" err="1">
                          <a:solidFill>
                            <a:schemeClr val="tx1"/>
                          </a:solidFill>
                        </a:rPr>
                        <a:t>Soumil</a:t>
                      </a:r>
                      <a:endParaRPr lang="en-US" sz="2000" b="1" cap="all" spc="60" dirty="0">
                        <a:solidFill>
                          <a:schemeClr val="tx1"/>
                        </a:solidFill>
                      </a:endParaRP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Sunny</a:t>
                      </a: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Noah</a:t>
                      </a: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cap="all" spc="60">
                          <a:solidFill>
                            <a:schemeClr val="tx1"/>
                          </a:solidFill>
                        </a:rPr>
                        <a:t>James</a:t>
                      </a:r>
                    </a:p>
                  </a:txBody>
                  <a:tcPr marL="74462" marR="74462" marT="60586" marB="60586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2391156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</a:txBody>
                  <a:tcPr marL="74462" marR="74462" marT="37231" marB="60586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Use cases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Overall planning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UML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Mockups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9783957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Entities &amp; Utils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Game engines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Maps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UI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47642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</a:txBody>
                  <a:tcPr marL="74462" marR="74462" marT="37231" marB="60586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Testing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Additional Features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227508"/>
                  </a:ext>
                </a:extLst>
              </a:tr>
              <a:tr h="904958"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Report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Read me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Artifacts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Demo</a:t>
                      </a:r>
                    </a:p>
                  </a:txBody>
                  <a:tcPr marL="74462" marR="74462" marT="37231" marB="6058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902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668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74</Words>
  <Application>Microsoft Macintosh PowerPoint</Application>
  <PresentationFormat>Widescreen</PresentationFormat>
  <Paragraphs>50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Team management</vt:lpstr>
      <vt:lpstr>Team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qmh1</dc:creator>
  <cp:lastModifiedBy>Noah Cooper</cp:lastModifiedBy>
  <cp:revision>3</cp:revision>
  <dcterms:created xsi:type="dcterms:W3CDTF">2025-11-26T02:19:55Z</dcterms:created>
  <dcterms:modified xsi:type="dcterms:W3CDTF">2025-11-26T18:17:03Z</dcterms:modified>
</cp:coreProperties>
</file>